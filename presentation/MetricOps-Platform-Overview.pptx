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Relationship Id="rId2" Type="http://schemas.openxmlformats.org/officeDocument/2006/relationships/image" Target="../media/bits-n-bytes-secondary.png"/><Relationship Id="rId3" Type="http://schemas.openxmlformats.org/officeDocument/2006/relationships/image" Target="../media/bits-n-bytes-primary.png"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Relationship Id="rId2" Type="http://schemas.openxmlformats.org/officeDocument/2006/relationships/image" Target="../media/bits-n-bytes-secondary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756000" y="1152000"/>
            <a:ext cx="100800" cy="3528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1080000" y="1080000"/>
            <a:ext cx="9900000" cy="1512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MetricOps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1116000" y="2556000"/>
            <a:ext cx="918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Infrastructure assurance from one trusted workspace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1116000" y="3960000"/>
            <a:ext cx="918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Observe services. Detect risk. Coordinate response. Operate with accountability.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116000" y="6048000"/>
            <a:ext cx="720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ts N Bytes primary 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6300000" y="300000"/>
            <a:ext cx="5200000" cy="772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2E7D6E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operational problem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Infrastructure information is spread across many consoles and teams.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Managers lack a dependable organization-wide health view.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Operators spend time correlating servers, applications, databases, and alerts.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 incidents and administrative actions are difficult to reconstruct.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External support access is often either unavailable or too broadly trusted.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MetricOps answer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governed platform to: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Discover and organize infrastructure.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Understand service health and capacity.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Monitor applications, databases, servers, and cloud resources.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Detect and coordinate operational incidents.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Produce availability and audit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Perform only approved and supported actions.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shared view for every role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Leadership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 availability, critical risks, trends, and accountability.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Inventory, ownership, capacity, incidents, maintenance, and reporting.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Operations teams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Detailed health, evidence, alerts, runbooks, and authorized actions.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Auditors and security teams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 reviews, findings, support sessions, changes, and retained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customers can observe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 availability, utilization, storage, network, and uptime.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Application reachability, response time, failures, and certificates.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Database availability, connections, storage, performance, and backup posture.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Cloud resources, service status, alarms, and configuration findings.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Monitoring connection health and data freshness.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2E7D6E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From signal to resolution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Continuous operating loop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Observe → Detect → Acknowledge → Investigate → Act safely → Verify → Report → Improve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stage retains ownership, evidence, time, and outcome.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Clear, actionable dashboards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Organization and critical-service health.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Infrastructure and database capacity.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Active alerts and incidents.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Resources approaching operational limits.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and resilience configuration findings.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Recent maintenance, support, and administrative activity.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Reports designed for both management and technical teams.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Safe operational control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Sensitive actions follow a controlled path: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Confirm identity.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Check permission and resource capability.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Evaluate environment policy.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Obtain approval where required.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Execute a defined action.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Verify the resulting state and health.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Preserve the complete audit record.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unrestricted remote command access.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administration planes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MetricOps platform administration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Manages customers, subscriptions, deployments, entitlements, versions, and support cases.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 administration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Manages customer users, environments, connections, resources, policies, alerts, incidents, and operations.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Platform administration does not automatically grant customer infrastructure access.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2E7D6E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Customer-controlled support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customer telemetry or infrastructure access by default.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 approves the exact support scope.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 is named, time-limited, and revocable.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Active support sessions remain visible.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Secrets are never displayed.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Every support view and action is recorded.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Isolated environments can use approved diagnostic bundles instead of remote access.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Security and trust by design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Customer-controlled hosting options.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Strong identity and least-privilege access.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Separation of monitoring and operational authority.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Protected credentials and encrypted communication.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Read-only operation by default.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Explainable findings instead of unsupported claims.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 administrative and operational accountability.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Designed for government operations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run in a department or approved government environment.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Supports private and disconnected infrastructure patterns.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Provides predictable reporting and audit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Separates provider support from departmental authority.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Supports retention, access review, backup, recovery, and operational procedures.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Scales from one department pilot to shared provincial services.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Focused first release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 and platform administration.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Server, endpoint, database, and selected cloud-resource monitoring.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Resource inventory and ownership.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Curated health dashboards.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Alert, incident, and maintenance workflow.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Availability, capacity, findings, and audit reports.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Customer-approved support access.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controlled non-production operation after read-only acceptance.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2E7D6E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Pilot proposal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measured 90-day operational pilot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20–50 servers.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3–5 important applications.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database environment.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connected cloud account where applicable.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Agreed health checks and alert catalogue.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Role-based training and operating procedures.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Monthly availability, capacity, incident, and audit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Pilot outcomes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pilot will measure: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Infrastructure coverage and ownership.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Service-check coverage and availability accuracy.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Time to detect and acknowledge incidents.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Alert quality and reduction of noise.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Capacity risks identified before failure.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Completeness of privileged-action evidence.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Time saved preparing operational reports.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tarbats" charset="2"/>
              <a:buChar char="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Trust and usability across management, operations, and audit roles.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5F8F9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100800"/>
          </a:xfrm>
          <a:prstGeom prst="rect">
            <a:avLst/>
          </a:prstGeom>
          <a:solidFill>
            <a:srgbClr val="FF6633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76000" y="720000"/>
            <a:ext cx="86400" cy="792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864000" y="558000"/>
            <a:ext cx="102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64000" y="1710000"/>
            <a:ext cx="10224000" cy="4140000"/>
          </a:xfrm>
          <a:prstGeom prst="rect">
            <a:avLst/>
          </a:prstGeom>
          <a:solidFill>
            <a:srgbClr val="FFFFFF"/>
          </a:solidFill>
          <a:ln w="0">
            <a:solidFill>
              <a:srgbClr val="D7E3E7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trusted operational picture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MetricOps helps organizations know what they operate, understand what needs attention, coordinate the response, and prove what happened—without surrendering control of their infrastructure.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Recommended next step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 one department, one non-critical service group, and measurable pilot outcomes.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864000" y="6282000"/>
            <a:ext cx="8640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DIGITAL ARCHITECTS • BEYOND NORMAL BOUNDARIES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Bits N Bytes secondary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10900000" y="6210000"/>
            <a:ext cx="360000" cy="257000"/>
          </a:xfrm>
          <a:prstGeom prst="rect">
            <a:avLst/>
          </a:prstGeom>
          <a:noFill/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